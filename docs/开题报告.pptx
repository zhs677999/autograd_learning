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/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Hello, World!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OfficeCLI</dc:creator>
  <cp:lastModifiedBy>周获深</cp:lastModifiedBy>
  <cp:revision>1</cp:revision>
  <dcterms:created xsi:type="dcterms:W3CDTF">2026-05-14T09:13:00Z</dcterms:created>
  <dcterms:modified xsi:type="dcterms:W3CDTF">2026-05-14T09:13:01Z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4A5AC022C0914BF2916F7101ABEB8282_12</vt:lpwstr>
  </property>
  <property fmtid="{D5CDD505-2E9C-101B-9397-08002B2CF9AE}" pid="3" name="KSOProductBuildVer">
    <vt:lpwstr>2052-12.1.0.25865</vt:lpwstr>
  </property>
</Properties>
</file>